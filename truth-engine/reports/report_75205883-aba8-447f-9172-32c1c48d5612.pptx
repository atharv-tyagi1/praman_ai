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Fact Verification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Session: 75205883-aba8-447f-9172-32c1c48d5612</a:t>
            </a:r>
          </a:p>
          <a:p>
            <a:r>
              <a:t>Credibility Score: 0%</a:t>
            </a:r>
          </a:p>
          <a:p>
            <a:r>
              <a:t>Generated on: 2026-04-15 10:48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Insufficient evidence to verify or refute claims.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Claim Analysis: Unverifiable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Claim: The Moon's surface is covered with a layer of volcanic ash.</a:t>
            </a:r>
          </a:p>
          <a:p/>
          <a:p>
            <a:r>
              <a:t>Verdict: Unverifiable</a:t>
            </a:r>
          </a:p>
          <a:p>
            <a:r>
              <a:t>Confidence: 0%</a:t>
            </a:r>
          </a:p>
          <a:p>
            <a:br/>
            <a:r>
              <a:t>Explanation: There is no evidence provided to support or refute this claim.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